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1120" r:id="rId2"/>
    <p:sldId id="1121" r:id="rId3"/>
    <p:sldId id="1122" r:id="rId4"/>
    <p:sldId id="1123" r:id="rId5"/>
    <p:sldId id="1124" r:id="rId6"/>
    <p:sldId id="1125" r:id="rId7"/>
    <p:sldId id="112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BA37F-A2AA-43D3-9067-7A6133BC98AB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8B918-4089-4C98-9D30-A05DD761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28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29525-4CF6-4783-A6D3-B80765A2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62817D-7904-4151-9213-074CA61C0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0D79E7-6782-4756-82DB-0836FB05A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29EA94-3B74-4CBD-8625-FF1B61F0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FF3703-BFDA-4DD0-AFDA-AFADC40B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30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E69EB-460B-4223-87FD-F05EADE0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3A886C-EDC9-4665-936D-156DA6FCA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C0728-B8D8-408D-A961-A55D6924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8F285-9DF7-4FA2-BE28-7034E7FF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06FCD-2BB2-4AE4-A76E-09686B34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75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BFBE5-12EC-47D7-8AEC-82A48A6D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971CD-91D5-4C31-B955-15AA490BA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FCD4B-2F78-4B74-ACE8-3AEED0C3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2CD9B-BCD9-4F23-9267-5DF7D8A7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E6233C-9B90-4E7C-8266-57BB8C2A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41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7B9A5-63E4-4B52-8BD1-7D63D330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3AE321-7339-4F92-8D5C-B26F0B9E0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637466-1786-42CD-B716-4ADFEFAA1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1FBF77-CB31-4645-9C40-821958D2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F446E9-8C22-46D0-AA8D-34156CBD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1D90B4-009E-43CE-B21B-F386CF7F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0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FCFE9-CC4A-4D04-8399-0E143F8ED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703989-4B0D-47BD-91FF-7919F9E1B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5FDD0D-4FA1-412E-BF46-97E56E1BD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45BE51-9B6B-4D56-8754-C21B00CB4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2E02F8-B281-4863-878A-664828F56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DC23EE-72EB-49CB-A0E5-CAF7930B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400C30-C57A-40C2-A8D7-B2F2EBCA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C059AB-41C9-4E1E-9B4A-8B76B6CD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22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0134B-CD17-46C4-A4F2-B7F3DB58E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B9CEAF-50BB-440C-86BE-59505AE8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DE2739-50EA-448D-A3DB-3C990A71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6181B1-A637-4BE7-A362-E5B9CC7B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97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5F61AB-EB95-4D62-A966-29753CE0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197DBC-2063-4B8C-9A12-AE33A770C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5369B2-5761-40C7-8A17-D208F8E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99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939DF-70AC-4267-B3E7-9EB8C1EE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0C9629-2582-4D91-BDC7-92F5058EF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28B9CB-7105-4B34-A026-C693E4CB1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A60A14-0582-42AE-A061-FC9F0235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05345-A8D6-4ADD-B6FF-FA3E9FF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8C76CD-040E-4464-A7FA-0672DD3D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83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C17B9-A8A0-4B04-8A99-E21600798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1758C0-3E93-4FB6-9EA9-124210908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E320A4-A0F8-477A-895D-54DC8F357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AEDDAD-7C05-4685-A7BA-31B6B03B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7A3506-83EB-45F8-8486-F404BB57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628722-9704-4301-9F30-A36C7A56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7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97D1A-7BA1-443D-8B9A-A6220E09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B26D86-E9C8-409D-9A1D-14CF3A630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437A9-8212-4FAE-A1CB-DB1564BE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509AC-1989-46E5-8763-383241D3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3D2F7-5061-444D-9613-B9B0AE21D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11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5746AE-9963-46DB-A921-31C44CF19E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6993C3-D101-49EC-B6C1-0AC55B945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680DE6-2704-449C-915E-4D3B0C522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8C286-4BC5-4CA8-8582-A03BCF25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0ECB7-6969-473A-883D-CA7E6167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36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>
            <a:extLst>
              <a:ext uri="{FF2B5EF4-FFF2-40B4-BE49-F238E27FC236}">
                <a16:creationId xmlns:a16="http://schemas.microsoft.com/office/drawing/2014/main" id="{3437D7A2-7DBD-4774-83C0-FA8E0A2445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800" y="3497263"/>
            <a:ext cx="3643313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8">
            <a:extLst>
              <a:ext uri="{FF2B5EF4-FFF2-40B4-BE49-F238E27FC236}">
                <a16:creationId xmlns:a16="http://schemas.microsoft.com/office/drawing/2014/main" id="{1CAAB5E4-B018-4C94-B834-C1765C0052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28"/>
          <a:stretch>
            <a:fillRect/>
          </a:stretch>
        </p:blipFill>
        <p:spPr bwMode="auto">
          <a:xfrm>
            <a:off x="9761538" y="155575"/>
            <a:ext cx="2341562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0B01872-3CC2-4611-843D-C505C307AC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82638"/>
            <a:ext cx="9504363" cy="46037"/>
          </a:xfrm>
          <a:prstGeom prst="rect">
            <a:avLst/>
          </a:prstGeom>
          <a:solidFill>
            <a:srgbClr val="0A485D"/>
          </a:solidFill>
          <a:ln>
            <a:solidFill>
              <a:srgbClr val="024460"/>
            </a:solidFill>
          </a:ln>
        </p:spPr>
        <p:txBody>
          <a:bodyPr rot="10800000" lIns="66494" tIns="33247" rIns="66494" bIns="33247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zh-CN" sz="1018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2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C815C4-A59D-426E-9A77-2111A399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DA6542-4625-44AC-AE48-6F1E74202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C6179-E71E-484B-88F2-A1AA76BFC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FC0DA-6231-4F2E-91D1-C78644F0E0E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A9207B-4AEC-4EC5-873B-2BAA51BF6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D87216-389C-4F93-9402-292685BB5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B421C-94C2-4925-B4A4-4E50A072D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76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D8C4DB4-337F-4C92-8308-F1ACC5B9F2AF}"/>
              </a:ext>
            </a:extLst>
          </p:cNvPr>
          <p:cNvSpPr txBox="1"/>
          <p:nvPr/>
        </p:nvSpPr>
        <p:spPr>
          <a:xfrm>
            <a:off x="0" y="78025"/>
            <a:ext cx="2238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基本要求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EE2405-B739-45FB-B123-4166CC5078FF}"/>
              </a:ext>
            </a:extLst>
          </p:cNvPr>
          <p:cNvSpPr txBox="1"/>
          <p:nvPr/>
        </p:nvSpPr>
        <p:spPr>
          <a:xfrm>
            <a:off x="104502" y="937075"/>
            <a:ext cx="11721737" cy="282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pPr>
              <a:lnSpc>
                <a:spcPct val="125000"/>
              </a:lnSpc>
            </a:pPr>
            <a:r>
              <a:rPr lang="zh-CN" altLang="en-US" dirty="0"/>
              <a:t>一、学期计划</a:t>
            </a:r>
            <a:r>
              <a:rPr lang="en-US" altLang="zh-CN" dirty="0"/>
              <a:t>ppt</a:t>
            </a:r>
          </a:p>
          <a:p>
            <a:pPr>
              <a:lnSpc>
                <a:spcPct val="125000"/>
              </a:lnSpc>
            </a:pPr>
            <a:r>
              <a:rPr lang="en-US" altLang="zh-CN" b="0" dirty="0"/>
              <a:t>  </a:t>
            </a:r>
            <a:r>
              <a:rPr lang="zh-CN" altLang="en-US" b="0" dirty="0"/>
              <a:t>（</a:t>
            </a:r>
            <a:r>
              <a:rPr lang="en-US" altLang="zh-CN" b="0" dirty="0"/>
              <a:t>1</a:t>
            </a:r>
            <a:r>
              <a:rPr lang="zh-CN" altLang="en-US" b="0" dirty="0"/>
              <a:t>）</a:t>
            </a:r>
            <a:r>
              <a:rPr lang="en-US" altLang="zh-CN" dirty="0"/>
              <a:t> 10-12</a:t>
            </a:r>
            <a:r>
              <a:rPr lang="zh-CN" altLang="en-US" dirty="0"/>
              <a:t>页（研究背景不超过</a:t>
            </a:r>
            <a:r>
              <a:rPr lang="en-US" altLang="zh-CN" dirty="0"/>
              <a:t>2</a:t>
            </a:r>
            <a:r>
              <a:rPr lang="zh-CN" altLang="en-US" dirty="0"/>
              <a:t>页）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  （</a:t>
            </a:r>
            <a:r>
              <a:rPr lang="en-US" altLang="zh-CN" b="0" dirty="0"/>
              <a:t>2</a:t>
            </a:r>
            <a:r>
              <a:rPr lang="zh-CN" altLang="en-US" b="0" dirty="0"/>
              <a:t>）</a:t>
            </a:r>
            <a:r>
              <a:rPr lang="zh-CN" altLang="en-US" dirty="0"/>
              <a:t>汇报时间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/>
              <a:t>	</a:t>
            </a:r>
            <a:r>
              <a:rPr lang="zh-CN" altLang="en-US" dirty="0"/>
              <a:t>博士生 </a:t>
            </a:r>
            <a:r>
              <a:rPr lang="en-US" altLang="zh-CN" dirty="0"/>
              <a:t>8-10 min</a:t>
            </a:r>
          </a:p>
          <a:p>
            <a:pPr>
              <a:lnSpc>
                <a:spcPct val="125000"/>
              </a:lnSpc>
            </a:pPr>
            <a:r>
              <a:rPr lang="en-US" altLang="zh-CN" dirty="0"/>
              <a:t>	</a:t>
            </a:r>
            <a:r>
              <a:rPr lang="zh-CN" altLang="en-US" dirty="0"/>
              <a:t>硕士生 </a:t>
            </a:r>
            <a:r>
              <a:rPr lang="en-US" altLang="zh-CN" dirty="0"/>
              <a:t>5-8 min</a:t>
            </a:r>
          </a:p>
          <a:p>
            <a:pPr>
              <a:lnSpc>
                <a:spcPct val="125000"/>
              </a:lnSpc>
            </a:pPr>
            <a:r>
              <a:rPr lang="zh-CN" altLang="en-US" b="0" dirty="0"/>
              <a:t>  （</a:t>
            </a:r>
            <a:r>
              <a:rPr lang="en-US" altLang="zh-CN" b="0" dirty="0"/>
              <a:t>3</a:t>
            </a:r>
            <a:r>
              <a:rPr lang="zh-CN" altLang="en-US" b="0" dirty="0"/>
              <a:t>）</a:t>
            </a:r>
            <a:r>
              <a:rPr lang="zh-CN" altLang="en-US" dirty="0"/>
              <a:t>格式要求：图片清晰、文字大小不小于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C432F3-AD38-4F44-9CE8-C6E370303FCE}"/>
              </a:ext>
            </a:extLst>
          </p:cNvPr>
          <p:cNvSpPr txBox="1"/>
          <p:nvPr/>
        </p:nvSpPr>
        <p:spPr>
          <a:xfrm>
            <a:off x="104502" y="3950867"/>
            <a:ext cx="11721737" cy="282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二、对</a:t>
            </a:r>
            <a:r>
              <a:rPr lang="en-US" altLang="zh-CN" sz="2400" b="1" dirty="0"/>
              <a:t>ppt</a:t>
            </a:r>
            <a:r>
              <a:rPr lang="zh-CN" altLang="en-US" sz="2400" b="1" dirty="0"/>
              <a:t>的要求</a:t>
            </a:r>
            <a:endParaRPr lang="en-US" altLang="zh-CN" sz="2400" b="1" dirty="0"/>
          </a:p>
          <a:p>
            <a:pPr marL="457200" indent="-457200">
              <a:lnSpc>
                <a:spcPct val="125000"/>
              </a:lnSpc>
              <a:buAutoNum type="alphaLcParenR"/>
            </a:pPr>
            <a:r>
              <a:rPr lang="zh-CN" altLang="zh-CN" sz="2400" dirty="0"/>
              <a:t>明确</a:t>
            </a:r>
            <a:r>
              <a:rPr lang="zh-CN" altLang="en-US" sz="2400" dirty="0"/>
              <a:t>课题方向与</a:t>
            </a:r>
            <a:r>
              <a:rPr lang="zh-CN" altLang="zh-CN" sz="2400" dirty="0"/>
              <a:t>需要掌握的</a:t>
            </a:r>
            <a:r>
              <a:rPr lang="zh-CN" altLang="en-US" sz="2400" dirty="0"/>
              <a:t>实验</a:t>
            </a:r>
            <a:r>
              <a:rPr lang="zh-CN" altLang="zh-CN" sz="2400" dirty="0"/>
              <a:t>技能、基础理论、研究方向的前沿进展和技术</a:t>
            </a:r>
            <a:endParaRPr lang="en-US" altLang="zh-CN" sz="2400" dirty="0"/>
          </a:p>
          <a:p>
            <a:pPr marL="457200" indent="-457200">
              <a:lnSpc>
                <a:spcPct val="125000"/>
              </a:lnSpc>
              <a:buAutoNum type="alphaLcParenR"/>
            </a:pPr>
            <a:r>
              <a:rPr lang="zh-CN" altLang="en-US" sz="2400" dirty="0"/>
              <a:t>明确课题关键科学问题，重点汇报</a:t>
            </a:r>
            <a:r>
              <a:rPr lang="zh-CN" altLang="en-US" sz="2400" b="1" dirty="0"/>
              <a:t>本学期课题规划</a:t>
            </a:r>
            <a:r>
              <a:rPr lang="zh-CN" altLang="en-US" sz="2400" dirty="0"/>
              <a:t>及</a:t>
            </a:r>
            <a:r>
              <a:rPr lang="zh-CN" altLang="en-US" sz="2400" b="1" dirty="0"/>
              <a:t>预计完成时间</a:t>
            </a:r>
            <a:r>
              <a:rPr lang="zh-CN" altLang="en-US" sz="2400" dirty="0"/>
              <a:t>、 </a:t>
            </a:r>
            <a:r>
              <a:rPr lang="zh-CN" altLang="en-US" sz="2400" b="1" dirty="0"/>
              <a:t>文章准备情况</a:t>
            </a:r>
            <a:r>
              <a:rPr lang="zh-CN" altLang="en-US" sz="2400" dirty="0"/>
              <a:t>及</a:t>
            </a:r>
            <a:r>
              <a:rPr lang="zh-CN" altLang="en-US" sz="2400" b="1" dirty="0"/>
              <a:t>预计投出时间</a:t>
            </a:r>
            <a:r>
              <a:rPr lang="zh-CN" altLang="en-US" sz="2400" dirty="0"/>
              <a:t>，</a:t>
            </a:r>
            <a:r>
              <a:rPr lang="zh-CN" altLang="en-US" sz="2400" b="1" dirty="0"/>
              <a:t>存在的困难与解决方案</a:t>
            </a:r>
            <a:r>
              <a:rPr lang="zh-CN" altLang="en-US" sz="2400" dirty="0"/>
              <a:t>、</a:t>
            </a:r>
            <a:r>
              <a:rPr lang="zh-CN" altLang="en-US" sz="2400" b="1" dirty="0"/>
              <a:t>下一步研究计划</a:t>
            </a:r>
            <a:endParaRPr lang="en-US" altLang="zh-CN" sz="2400" b="1" dirty="0"/>
          </a:p>
          <a:p>
            <a:pPr marL="457200" indent="-457200">
              <a:lnSpc>
                <a:spcPct val="125000"/>
              </a:lnSpc>
              <a:buAutoNum type="alphaLcParenR"/>
            </a:pP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zh-CN" altLang="en-US" sz="2400" dirty="0"/>
              <a:t>参考如下（后续页）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010257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D8C4DB4-337F-4C92-8308-F1ACC5B9F2AF}"/>
              </a:ext>
            </a:extLst>
          </p:cNvPr>
          <p:cNvSpPr txBox="1"/>
          <p:nvPr/>
        </p:nvSpPr>
        <p:spPr>
          <a:xfrm>
            <a:off x="104502" y="76040"/>
            <a:ext cx="4627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汇报目录（严格按照）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EE2405-B739-45FB-B123-4166CC5078FF}"/>
              </a:ext>
            </a:extLst>
          </p:cNvPr>
          <p:cNvSpPr txBox="1"/>
          <p:nvPr/>
        </p:nvSpPr>
        <p:spPr>
          <a:xfrm>
            <a:off x="240030" y="937075"/>
            <a:ext cx="8808176" cy="3360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/>
              <a:t>研究背景（不超过</a:t>
            </a:r>
            <a:r>
              <a:rPr lang="en-US" altLang="zh-CN" b="0" dirty="0"/>
              <a:t>2</a:t>
            </a:r>
            <a:r>
              <a:rPr lang="zh-CN" altLang="en-US" b="0" dirty="0"/>
              <a:t>页）</a:t>
            </a:r>
            <a:endParaRPr lang="en-US" altLang="zh-CN" b="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/>
              <a:t>研究目标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/>
              <a:t>大论文框架及课题研究的主要内容</a:t>
            </a:r>
            <a:endParaRPr lang="en-US" altLang="zh-CN" b="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/>
              <a:t>论文完成情况</a:t>
            </a:r>
            <a:endParaRPr lang="en-US" altLang="zh-CN" b="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/>
              <a:t>本学期计划完成的研究目标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/>
              <a:t>本学期各目标开展的方案</a:t>
            </a:r>
          </a:p>
        </p:txBody>
      </p:sp>
    </p:spTree>
    <p:extLst>
      <p:ext uri="{BB962C8B-B14F-4D97-AF65-F5344CB8AC3E}">
        <p14:creationId xmlns:p14="http://schemas.microsoft.com/office/powerpoint/2010/main" val="204247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D8C4DB4-337F-4C92-8308-F1ACC5B9F2AF}"/>
              </a:ext>
            </a:extLst>
          </p:cNvPr>
          <p:cNvSpPr txBox="1"/>
          <p:nvPr/>
        </p:nvSpPr>
        <p:spPr>
          <a:xfrm>
            <a:off x="104502" y="76040"/>
            <a:ext cx="4627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论文题目及课题研究的目标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EE2405-B739-45FB-B123-4166CC5078FF}"/>
              </a:ext>
            </a:extLst>
          </p:cNvPr>
          <p:cNvSpPr txBox="1"/>
          <p:nvPr/>
        </p:nvSpPr>
        <p:spPr>
          <a:xfrm>
            <a:off x="240030" y="937075"/>
            <a:ext cx="56475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r>
              <a:rPr lang="zh-CN" altLang="en-US" b="0" dirty="0"/>
              <a:t>参考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1</a:t>
            </a:r>
            <a:r>
              <a:rPr lang="zh-CN" altLang="en-US" b="0" dirty="0"/>
              <a:t>）给出研究拟解决的问题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2</a:t>
            </a:r>
            <a:r>
              <a:rPr lang="zh-CN" altLang="en-US" b="0" dirty="0"/>
              <a:t>）给出课题的创新点</a:t>
            </a:r>
          </a:p>
        </p:txBody>
      </p:sp>
    </p:spTree>
    <p:extLst>
      <p:ext uri="{BB962C8B-B14F-4D97-AF65-F5344CB8AC3E}">
        <p14:creationId xmlns:p14="http://schemas.microsoft.com/office/powerpoint/2010/main" val="23228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D8C4DB4-337F-4C92-8308-F1ACC5B9F2AF}"/>
              </a:ext>
            </a:extLst>
          </p:cNvPr>
          <p:cNvSpPr txBox="1"/>
          <p:nvPr/>
        </p:nvSpPr>
        <p:spPr>
          <a:xfrm>
            <a:off x="104502" y="76040"/>
            <a:ext cx="5873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大论文框架及课题研究的主要内容</a:t>
            </a:r>
          </a:p>
          <a:p>
            <a:endParaRPr lang="zh-CN" altLang="en-US" sz="2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EE2405-B739-45FB-B123-4166CC5078FF}"/>
              </a:ext>
            </a:extLst>
          </p:cNvPr>
          <p:cNvSpPr txBox="1"/>
          <p:nvPr/>
        </p:nvSpPr>
        <p:spPr>
          <a:xfrm>
            <a:off x="330381" y="937075"/>
            <a:ext cx="67235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r>
              <a:rPr lang="zh-CN" altLang="en-US" b="0" dirty="0"/>
              <a:t>参考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1</a:t>
            </a:r>
            <a:r>
              <a:rPr lang="zh-CN" altLang="en-US" b="0" dirty="0"/>
              <a:t>）给出大论文拟定的结构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2</a:t>
            </a:r>
            <a:r>
              <a:rPr lang="zh-CN" altLang="en-US" b="0" dirty="0"/>
              <a:t>）给出大论文各章节计划开展的研究内容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3</a:t>
            </a:r>
            <a:r>
              <a:rPr lang="zh-CN" altLang="en-US" b="0" dirty="0"/>
              <a:t>）给出总体技术路线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77729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D8C4DB4-337F-4C92-8308-F1ACC5B9F2AF}"/>
              </a:ext>
            </a:extLst>
          </p:cNvPr>
          <p:cNvSpPr txBox="1"/>
          <p:nvPr/>
        </p:nvSpPr>
        <p:spPr>
          <a:xfrm>
            <a:off x="104502" y="76040"/>
            <a:ext cx="89480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大论文完成情况及小论文计划发表情况</a:t>
            </a:r>
          </a:p>
          <a:p>
            <a:endParaRPr lang="zh-CN" altLang="en-US" sz="2800" b="1" dirty="0"/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15EE2405-B739-45FB-B123-4166CC5078FF}"/>
              </a:ext>
            </a:extLst>
          </p:cNvPr>
          <p:cNvSpPr txBox="1"/>
          <p:nvPr/>
        </p:nvSpPr>
        <p:spPr>
          <a:xfrm>
            <a:off x="310242" y="937075"/>
            <a:ext cx="85822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r>
              <a:rPr lang="zh-CN" altLang="en-US" b="0" dirty="0"/>
              <a:t>参考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1</a:t>
            </a:r>
            <a:r>
              <a:rPr lang="zh-CN" altLang="en-US" b="0" dirty="0"/>
              <a:t>）给出目前课题已经完成的情况及获得的最主要的结论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2</a:t>
            </a:r>
            <a:r>
              <a:rPr lang="zh-CN" altLang="en-US" b="0" dirty="0"/>
              <a:t>）给出与论文研究相关的小论文情况（计划及已发表）</a:t>
            </a:r>
            <a:endParaRPr lang="en-US" altLang="zh-CN" b="0" dirty="0"/>
          </a:p>
          <a:p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65847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D8C4DB4-337F-4C92-8308-F1ACC5B9F2AF}"/>
              </a:ext>
            </a:extLst>
          </p:cNvPr>
          <p:cNvSpPr txBox="1"/>
          <p:nvPr/>
        </p:nvSpPr>
        <p:spPr>
          <a:xfrm>
            <a:off x="104502" y="76040"/>
            <a:ext cx="6684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本学期计划完成的研究目标</a:t>
            </a: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15EE2405-B739-45FB-B123-4166CC5078FF}"/>
              </a:ext>
            </a:extLst>
          </p:cNvPr>
          <p:cNvSpPr txBox="1"/>
          <p:nvPr/>
        </p:nvSpPr>
        <p:spPr>
          <a:xfrm>
            <a:off x="330381" y="937075"/>
            <a:ext cx="10253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r>
              <a:rPr lang="zh-CN" altLang="en-US" b="0" dirty="0"/>
              <a:t>参考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1</a:t>
            </a:r>
            <a:r>
              <a:rPr lang="zh-CN" altLang="en-US" b="0" dirty="0"/>
              <a:t>）给出本学期计划完成的实验、文献阅读、小论文撰写等具体评估目标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2</a:t>
            </a:r>
            <a:r>
              <a:rPr lang="zh-CN" altLang="en-US" b="0" dirty="0"/>
              <a:t>）给出各评估指标计划完成的时间点</a:t>
            </a:r>
            <a:endParaRPr lang="en-US" altLang="zh-CN" b="0" dirty="0"/>
          </a:p>
          <a:p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89555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D8C4DB4-337F-4C92-8308-F1ACC5B9F2AF}"/>
              </a:ext>
            </a:extLst>
          </p:cNvPr>
          <p:cNvSpPr txBox="1"/>
          <p:nvPr/>
        </p:nvSpPr>
        <p:spPr>
          <a:xfrm>
            <a:off x="104502" y="76040"/>
            <a:ext cx="6684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本学期各目标开展的方案</a:t>
            </a: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15EE2405-B739-45FB-B123-4166CC5078FF}"/>
              </a:ext>
            </a:extLst>
          </p:cNvPr>
          <p:cNvSpPr txBox="1"/>
          <p:nvPr/>
        </p:nvSpPr>
        <p:spPr>
          <a:xfrm>
            <a:off x="204651" y="937075"/>
            <a:ext cx="112024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r>
              <a:rPr lang="zh-CN" altLang="en-US" b="0" dirty="0"/>
              <a:t>参考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1</a:t>
            </a:r>
            <a:r>
              <a:rPr lang="zh-CN" altLang="en-US" b="0" dirty="0"/>
              <a:t>）给出实施方案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2</a:t>
            </a:r>
            <a:r>
              <a:rPr lang="zh-CN" altLang="en-US" b="0" dirty="0"/>
              <a:t>）给出关键技术点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b="0" dirty="0"/>
              <a:t>3</a:t>
            </a:r>
            <a:r>
              <a:rPr lang="zh-CN" altLang="en-US" b="0" dirty="0"/>
              <a:t>）给出可能出现的问题及相关</a:t>
            </a:r>
            <a:r>
              <a:rPr lang="zh-CN" altLang="en-US" b="0"/>
              <a:t>的实施计划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563597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342</Words>
  <Application>Microsoft Office PowerPoint</Application>
  <PresentationFormat>宽屏</PresentationFormat>
  <Paragraphs>53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NTKO</dc:creator>
  <cp:lastModifiedBy>d d</cp:lastModifiedBy>
  <cp:revision>31</cp:revision>
  <dcterms:created xsi:type="dcterms:W3CDTF">2020-10-21T07:32:53Z</dcterms:created>
  <dcterms:modified xsi:type="dcterms:W3CDTF">2026-03-08T02:19:08Z</dcterms:modified>
</cp:coreProperties>
</file>